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80" d="100"/>
          <a:sy n="80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Student Professional Networking Platform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50" dirty="0"/>
            <a:t>User Authentication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50" dirty="0"/>
            <a:t>Student Profile &amp; Portfolio System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50" dirty="0"/>
            <a:t>Networking and Messaging Feature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50" dirty="0"/>
            <a:t>Job /Internship Posting System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50" dirty="0"/>
            <a:t>User &amp; Market 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050" dirty="0"/>
            <a:t>Student Networking Requirements 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 custScaleX="113174" custScaleY="115427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 custScaleX="92764" custScaleY="103131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 custScaleX="108178" custScaleY="123179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 custScaleX="104830" custScaleY="126852" custLinFactNeighborY="8036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 custScaleX="105898" custScaleY="13904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9371" y="2317409"/>
          <a:ext cx="91440" cy="2247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473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260" y="1601995"/>
          <a:ext cx="5177830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5177830" y="153149"/>
              </a:lnTo>
              <a:lnTo>
                <a:pt x="5177830" y="22473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92552" y="3032824"/>
          <a:ext cx="91440" cy="2247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4734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75363" y="2317409"/>
          <a:ext cx="2462909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2462909" y="153149"/>
              </a:lnTo>
              <a:lnTo>
                <a:pt x="2462909" y="224734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40486" y="3032824"/>
          <a:ext cx="91440" cy="2247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4734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75363" y="2317409"/>
          <a:ext cx="1410843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1410843" y="153149"/>
              </a:lnTo>
              <a:lnTo>
                <a:pt x="1410843" y="224734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41765" y="3748238"/>
          <a:ext cx="1438962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1438962" y="153149"/>
              </a:lnTo>
              <a:lnTo>
                <a:pt x="1438962" y="22473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41765" y="3748238"/>
          <a:ext cx="453072" cy="264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580"/>
              </a:lnTo>
              <a:lnTo>
                <a:pt x="453072" y="192580"/>
              </a:lnTo>
              <a:lnTo>
                <a:pt x="453072" y="26416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00138" y="3748238"/>
          <a:ext cx="541626" cy="224734"/>
        </a:xfrm>
        <a:custGeom>
          <a:avLst/>
          <a:gdLst/>
          <a:ahLst/>
          <a:cxnLst/>
          <a:rect l="0" t="0" r="0" b="0"/>
          <a:pathLst>
            <a:path>
              <a:moveTo>
                <a:pt x="541626" y="0"/>
              </a:moveTo>
              <a:lnTo>
                <a:pt x="541626" y="153149"/>
              </a:lnTo>
              <a:lnTo>
                <a:pt x="0" y="153149"/>
              </a:lnTo>
              <a:lnTo>
                <a:pt x="0" y="22473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52057" y="3748238"/>
          <a:ext cx="1489707" cy="224734"/>
        </a:xfrm>
        <a:custGeom>
          <a:avLst/>
          <a:gdLst/>
          <a:ahLst/>
          <a:cxnLst/>
          <a:rect l="0" t="0" r="0" b="0"/>
          <a:pathLst>
            <a:path>
              <a:moveTo>
                <a:pt x="1489707" y="0"/>
              </a:moveTo>
              <a:lnTo>
                <a:pt x="1489707" y="153149"/>
              </a:lnTo>
              <a:lnTo>
                <a:pt x="0" y="153149"/>
              </a:lnTo>
              <a:lnTo>
                <a:pt x="0" y="22473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96045" y="3032824"/>
          <a:ext cx="91440" cy="2247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4734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75363" y="2317409"/>
          <a:ext cx="466402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466402" y="153149"/>
              </a:lnTo>
              <a:lnTo>
                <a:pt x="466402" y="224734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12453" y="3032824"/>
          <a:ext cx="562695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562695" y="153149"/>
              </a:lnTo>
              <a:lnTo>
                <a:pt x="562695" y="224734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40232" y="3748238"/>
          <a:ext cx="995340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995340" y="153149"/>
              </a:lnTo>
              <a:lnTo>
                <a:pt x="995340" y="22473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594512" y="3748238"/>
          <a:ext cx="91440" cy="2247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473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644892" y="3748238"/>
          <a:ext cx="995340" cy="224734"/>
        </a:xfrm>
        <a:custGeom>
          <a:avLst/>
          <a:gdLst/>
          <a:ahLst/>
          <a:cxnLst/>
          <a:rect l="0" t="0" r="0" b="0"/>
          <a:pathLst>
            <a:path>
              <a:moveTo>
                <a:pt x="995340" y="0"/>
              </a:moveTo>
              <a:lnTo>
                <a:pt x="995340" y="153149"/>
              </a:lnTo>
              <a:lnTo>
                <a:pt x="0" y="153149"/>
              </a:lnTo>
              <a:lnTo>
                <a:pt x="0" y="22473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40232" y="3032824"/>
          <a:ext cx="472220" cy="224734"/>
        </a:xfrm>
        <a:custGeom>
          <a:avLst/>
          <a:gdLst/>
          <a:ahLst/>
          <a:cxnLst/>
          <a:rect l="0" t="0" r="0" b="0"/>
          <a:pathLst>
            <a:path>
              <a:moveTo>
                <a:pt x="472220" y="0"/>
              </a:moveTo>
              <a:lnTo>
                <a:pt x="472220" y="153149"/>
              </a:lnTo>
              <a:lnTo>
                <a:pt x="0" y="153149"/>
              </a:lnTo>
              <a:lnTo>
                <a:pt x="0" y="224734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12453" y="2317409"/>
          <a:ext cx="2462909" cy="224734"/>
        </a:xfrm>
        <a:custGeom>
          <a:avLst/>
          <a:gdLst/>
          <a:ahLst/>
          <a:cxnLst/>
          <a:rect l="0" t="0" r="0" b="0"/>
          <a:pathLst>
            <a:path>
              <a:moveTo>
                <a:pt x="2462909" y="0"/>
              </a:moveTo>
              <a:lnTo>
                <a:pt x="2462909" y="153149"/>
              </a:lnTo>
              <a:lnTo>
                <a:pt x="0" y="153149"/>
              </a:lnTo>
              <a:lnTo>
                <a:pt x="0" y="224734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260" y="1601995"/>
          <a:ext cx="1658102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1658102" y="153149"/>
              </a:lnTo>
              <a:lnTo>
                <a:pt x="1658102" y="22473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23570" y="2317409"/>
          <a:ext cx="944441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944441" y="153149"/>
              </a:lnTo>
              <a:lnTo>
                <a:pt x="944441" y="22473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177850" y="2317409"/>
          <a:ext cx="91440" cy="2247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473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79129" y="2317409"/>
          <a:ext cx="944441" cy="224734"/>
        </a:xfrm>
        <a:custGeom>
          <a:avLst/>
          <a:gdLst/>
          <a:ahLst/>
          <a:cxnLst/>
          <a:rect l="0" t="0" r="0" b="0"/>
          <a:pathLst>
            <a:path>
              <a:moveTo>
                <a:pt x="944441" y="0"/>
              </a:moveTo>
              <a:lnTo>
                <a:pt x="944441" y="153149"/>
              </a:lnTo>
              <a:lnTo>
                <a:pt x="0" y="153149"/>
              </a:lnTo>
              <a:lnTo>
                <a:pt x="0" y="22473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23570" y="1601995"/>
          <a:ext cx="2693690" cy="224734"/>
        </a:xfrm>
        <a:custGeom>
          <a:avLst/>
          <a:gdLst/>
          <a:ahLst/>
          <a:cxnLst/>
          <a:rect l="0" t="0" r="0" b="0"/>
          <a:pathLst>
            <a:path>
              <a:moveTo>
                <a:pt x="2693690" y="0"/>
              </a:moveTo>
              <a:lnTo>
                <a:pt x="2693690" y="153149"/>
              </a:lnTo>
              <a:lnTo>
                <a:pt x="0" y="153149"/>
              </a:lnTo>
              <a:lnTo>
                <a:pt x="0" y="22473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2467" y="2317409"/>
          <a:ext cx="472220" cy="224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49"/>
              </a:lnTo>
              <a:lnTo>
                <a:pt x="472220" y="153149"/>
              </a:lnTo>
              <a:lnTo>
                <a:pt x="472220" y="22473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0247" y="2317409"/>
          <a:ext cx="472220" cy="224734"/>
        </a:xfrm>
        <a:custGeom>
          <a:avLst/>
          <a:gdLst/>
          <a:ahLst/>
          <a:cxnLst/>
          <a:rect l="0" t="0" r="0" b="0"/>
          <a:pathLst>
            <a:path>
              <a:moveTo>
                <a:pt x="472220" y="0"/>
              </a:moveTo>
              <a:lnTo>
                <a:pt x="472220" y="153149"/>
              </a:lnTo>
              <a:lnTo>
                <a:pt x="0" y="153149"/>
              </a:lnTo>
              <a:lnTo>
                <a:pt x="0" y="22473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2467" y="1601995"/>
          <a:ext cx="5054793" cy="224734"/>
        </a:xfrm>
        <a:custGeom>
          <a:avLst/>
          <a:gdLst/>
          <a:ahLst/>
          <a:cxnLst/>
          <a:rect l="0" t="0" r="0" b="0"/>
          <a:pathLst>
            <a:path>
              <a:moveTo>
                <a:pt x="5054793" y="0"/>
              </a:moveTo>
              <a:lnTo>
                <a:pt x="5054793" y="153149"/>
              </a:lnTo>
              <a:lnTo>
                <a:pt x="0" y="153149"/>
              </a:lnTo>
              <a:lnTo>
                <a:pt x="0" y="22473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31644" y="343631"/>
          <a:ext cx="3571232" cy="12583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17503" y="425197"/>
          <a:ext cx="3571232" cy="12583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Student Professional Networking Platform</a:t>
          </a:r>
        </a:p>
      </dsp:txBody>
      <dsp:txXfrm>
        <a:off x="4254359" y="462053"/>
        <a:ext cx="3497520" cy="1184651"/>
      </dsp:txXfrm>
    </dsp:sp>
    <dsp:sp modelId="{98C76165-9034-1643-9104-9B92F7A95E7E}">
      <dsp:nvSpPr>
        <dsp:cNvPr id="0" name=""/>
        <dsp:cNvSpPr/>
      </dsp:nvSpPr>
      <dsp:spPr>
        <a:xfrm>
          <a:off x="353068" y="1826729"/>
          <a:ext cx="1018798" cy="4906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38926" y="1908295"/>
          <a:ext cx="1018798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3298" y="1922667"/>
        <a:ext cx="990054" cy="461936"/>
      </dsp:txXfrm>
    </dsp:sp>
    <dsp:sp modelId="{44BEB450-4BCD-F54F-A322-73AA595A8A41}">
      <dsp:nvSpPr>
        <dsp:cNvPr id="0" name=""/>
        <dsp:cNvSpPr/>
      </dsp:nvSpPr>
      <dsp:spPr>
        <a:xfrm>
          <a:off x="3884" y="2542143"/>
          <a:ext cx="772724" cy="4906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89743" y="2623709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115" y="2638081"/>
        <a:ext cx="743980" cy="461936"/>
      </dsp:txXfrm>
    </dsp:sp>
    <dsp:sp modelId="{FEEC3C17-77DE-4445-9F57-EC26BC3F2F4C}">
      <dsp:nvSpPr>
        <dsp:cNvPr id="0" name=""/>
        <dsp:cNvSpPr/>
      </dsp:nvSpPr>
      <dsp:spPr>
        <a:xfrm>
          <a:off x="948326" y="2542143"/>
          <a:ext cx="772724" cy="4906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34184" y="2623709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48556" y="2638081"/>
        <a:ext cx="743980" cy="461936"/>
      </dsp:txXfrm>
    </dsp:sp>
    <dsp:sp modelId="{10ED8AD8-C95D-7F46-8284-6BFFCB8023D0}">
      <dsp:nvSpPr>
        <dsp:cNvPr id="0" name=""/>
        <dsp:cNvSpPr/>
      </dsp:nvSpPr>
      <dsp:spPr>
        <a:xfrm>
          <a:off x="2837208" y="1826729"/>
          <a:ext cx="772724" cy="4906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23066" y="1908295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37438" y="1922667"/>
        <a:ext cx="743980" cy="461936"/>
      </dsp:txXfrm>
    </dsp:sp>
    <dsp:sp modelId="{6E16703E-D480-984D-B802-173E140186A1}">
      <dsp:nvSpPr>
        <dsp:cNvPr id="0" name=""/>
        <dsp:cNvSpPr/>
      </dsp:nvSpPr>
      <dsp:spPr>
        <a:xfrm>
          <a:off x="1892767" y="2542143"/>
          <a:ext cx="772724" cy="4906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78625" y="2623709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1992997" y="2638081"/>
        <a:ext cx="743980" cy="461936"/>
      </dsp:txXfrm>
    </dsp:sp>
    <dsp:sp modelId="{9BB62355-7E98-FF48-B43F-443943F5FC67}">
      <dsp:nvSpPr>
        <dsp:cNvPr id="0" name=""/>
        <dsp:cNvSpPr/>
      </dsp:nvSpPr>
      <dsp:spPr>
        <a:xfrm>
          <a:off x="2837208" y="2542143"/>
          <a:ext cx="772724" cy="4906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23066" y="2623709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37438" y="2638081"/>
        <a:ext cx="743980" cy="461936"/>
      </dsp:txXfrm>
    </dsp:sp>
    <dsp:sp modelId="{06B3B77D-83B7-4F4F-A505-FD6E2141620B}">
      <dsp:nvSpPr>
        <dsp:cNvPr id="0" name=""/>
        <dsp:cNvSpPr/>
      </dsp:nvSpPr>
      <dsp:spPr>
        <a:xfrm>
          <a:off x="3781649" y="2542143"/>
          <a:ext cx="772724" cy="4906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67508" y="2623709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881880" y="2638081"/>
        <a:ext cx="743980" cy="461936"/>
      </dsp:txXfrm>
    </dsp:sp>
    <dsp:sp modelId="{B1AEAF6C-B8B1-1748-805C-DEA9F80466AD}">
      <dsp:nvSpPr>
        <dsp:cNvPr id="0" name=""/>
        <dsp:cNvSpPr/>
      </dsp:nvSpPr>
      <dsp:spPr>
        <a:xfrm>
          <a:off x="6929608" y="1826729"/>
          <a:ext cx="1291508" cy="4906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15466" y="1908295"/>
          <a:ext cx="1291508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29838" y="1922667"/>
        <a:ext cx="1262764" cy="461936"/>
      </dsp:txXfrm>
    </dsp:sp>
    <dsp:sp modelId="{D69C27FE-178C-0B44-8F16-561617AC1399}">
      <dsp:nvSpPr>
        <dsp:cNvPr id="0" name=""/>
        <dsp:cNvSpPr/>
      </dsp:nvSpPr>
      <dsp:spPr>
        <a:xfrm>
          <a:off x="4726091" y="2542143"/>
          <a:ext cx="772724" cy="490680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11949" y="2623709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26321" y="2638081"/>
        <a:ext cx="743980" cy="461936"/>
      </dsp:txXfrm>
    </dsp:sp>
    <dsp:sp modelId="{27CAD266-EAE3-2A42-904D-42C85764CE0C}">
      <dsp:nvSpPr>
        <dsp:cNvPr id="0" name=""/>
        <dsp:cNvSpPr/>
      </dsp:nvSpPr>
      <dsp:spPr>
        <a:xfrm>
          <a:off x="4163395" y="3257558"/>
          <a:ext cx="953673" cy="490680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49254" y="3339123"/>
          <a:ext cx="953673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63626" y="3353495"/>
        <a:ext cx="924929" cy="461936"/>
      </dsp:txXfrm>
    </dsp:sp>
    <dsp:sp modelId="{B98F8870-53AF-2E47-8DC4-D3880E39DAC2}">
      <dsp:nvSpPr>
        <dsp:cNvPr id="0" name=""/>
        <dsp:cNvSpPr/>
      </dsp:nvSpPr>
      <dsp:spPr>
        <a:xfrm>
          <a:off x="3258529" y="3972972"/>
          <a:ext cx="772724" cy="490680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344388" y="4054537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User &amp; Market Research</a:t>
          </a:r>
        </a:p>
      </dsp:txBody>
      <dsp:txXfrm>
        <a:off x="3358760" y="4068909"/>
        <a:ext cx="743980" cy="461936"/>
      </dsp:txXfrm>
    </dsp:sp>
    <dsp:sp modelId="{C320C1A5-5933-7346-8BDE-9AEE18EED0D5}">
      <dsp:nvSpPr>
        <dsp:cNvPr id="0" name=""/>
        <dsp:cNvSpPr/>
      </dsp:nvSpPr>
      <dsp:spPr>
        <a:xfrm>
          <a:off x="4202971" y="3972972"/>
          <a:ext cx="874523" cy="566377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288829" y="4054537"/>
          <a:ext cx="874523" cy="5663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Student Networking Requirements Analyse</a:t>
          </a:r>
        </a:p>
      </dsp:txBody>
      <dsp:txXfrm>
        <a:off x="4305418" y="4071126"/>
        <a:ext cx="841345" cy="533199"/>
      </dsp:txXfrm>
    </dsp:sp>
    <dsp:sp modelId="{E8292A70-5998-2848-8036-0475A0D76C22}">
      <dsp:nvSpPr>
        <dsp:cNvPr id="0" name=""/>
        <dsp:cNvSpPr/>
      </dsp:nvSpPr>
      <dsp:spPr>
        <a:xfrm>
          <a:off x="5249211" y="3972972"/>
          <a:ext cx="772724" cy="490680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35069" y="4054537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9441" y="4068909"/>
        <a:ext cx="743980" cy="461936"/>
      </dsp:txXfrm>
    </dsp:sp>
    <dsp:sp modelId="{B971B8B7-8197-DF40-94B7-D04DF948C93E}">
      <dsp:nvSpPr>
        <dsp:cNvPr id="0" name=""/>
        <dsp:cNvSpPr/>
      </dsp:nvSpPr>
      <dsp:spPr>
        <a:xfrm>
          <a:off x="5288786" y="3257558"/>
          <a:ext cx="772724" cy="490680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374644" y="3339123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389016" y="3353495"/>
        <a:ext cx="743980" cy="461936"/>
      </dsp:txXfrm>
    </dsp:sp>
    <dsp:sp modelId="{6D5BA4A2-8D20-0449-9E98-F0EF444A63FB}">
      <dsp:nvSpPr>
        <dsp:cNvPr id="0" name=""/>
        <dsp:cNvSpPr/>
      </dsp:nvSpPr>
      <dsp:spPr>
        <a:xfrm>
          <a:off x="7655402" y="2542143"/>
          <a:ext cx="772724" cy="490680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41260" y="2623709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55632" y="2638081"/>
        <a:ext cx="743980" cy="461936"/>
      </dsp:txXfrm>
    </dsp:sp>
    <dsp:sp modelId="{F7A0C49C-47A1-134D-818D-55E7FE493CB6}">
      <dsp:nvSpPr>
        <dsp:cNvPr id="0" name=""/>
        <dsp:cNvSpPr/>
      </dsp:nvSpPr>
      <dsp:spPr>
        <a:xfrm>
          <a:off x="7655402" y="3257558"/>
          <a:ext cx="772724" cy="490680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41260" y="3339123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55632" y="3353495"/>
        <a:ext cx="743980" cy="461936"/>
      </dsp:txXfrm>
    </dsp:sp>
    <dsp:sp modelId="{2CCD2003-1084-6E45-A16F-8DD22C2F3363}">
      <dsp:nvSpPr>
        <dsp:cNvPr id="0" name=""/>
        <dsp:cNvSpPr/>
      </dsp:nvSpPr>
      <dsp:spPr>
        <a:xfrm>
          <a:off x="6193652" y="3972972"/>
          <a:ext cx="716810" cy="50604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79510" y="4054537"/>
          <a:ext cx="716810" cy="506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User Authentication</a:t>
          </a:r>
        </a:p>
      </dsp:txBody>
      <dsp:txXfrm>
        <a:off x="6294331" y="4069358"/>
        <a:ext cx="687168" cy="476401"/>
      </dsp:txXfrm>
    </dsp:sp>
    <dsp:sp modelId="{79156C9E-B7D6-044E-BDFF-0A9B633EEE56}">
      <dsp:nvSpPr>
        <dsp:cNvPr id="0" name=""/>
        <dsp:cNvSpPr/>
      </dsp:nvSpPr>
      <dsp:spPr>
        <a:xfrm>
          <a:off x="7082179" y="3972972"/>
          <a:ext cx="835918" cy="604414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168037" y="4054537"/>
          <a:ext cx="835918" cy="6044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Student Profile &amp; Portfolio System</a:t>
          </a:r>
        </a:p>
      </dsp:txBody>
      <dsp:txXfrm>
        <a:off x="7185740" y="4072240"/>
        <a:ext cx="800512" cy="569008"/>
      </dsp:txXfrm>
    </dsp:sp>
    <dsp:sp modelId="{C19139E1-A0BD-5B49-997C-3539729C0F4B}">
      <dsp:nvSpPr>
        <dsp:cNvPr id="0" name=""/>
        <dsp:cNvSpPr/>
      </dsp:nvSpPr>
      <dsp:spPr>
        <a:xfrm>
          <a:off x="8089813" y="4012403"/>
          <a:ext cx="810047" cy="622437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75672" y="4093968"/>
          <a:ext cx="810047" cy="62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Networking and Messaging Feature</a:t>
          </a:r>
        </a:p>
      </dsp:txBody>
      <dsp:txXfrm>
        <a:off x="8193903" y="4112199"/>
        <a:ext cx="773585" cy="585975"/>
      </dsp:txXfrm>
    </dsp:sp>
    <dsp:sp modelId="{7BC15EF3-0DDB-9343-A8E7-056233817092}">
      <dsp:nvSpPr>
        <dsp:cNvPr id="0" name=""/>
        <dsp:cNvSpPr/>
      </dsp:nvSpPr>
      <dsp:spPr>
        <a:xfrm>
          <a:off x="9071577" y="3972972"/>
          <a:ext cx="818299" cy="68225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57436" y="4054537"/>
          <a:ext cx="818299" cy="6822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Job /Internship Posting System</a:t>
          </a:r>
        </a:p>
      </dsp:txBody>
      <dsp:txXfrm>
        <a:off x="9177418" y="4074519"/>
        <a:ext cx="778335" cy="642287"/>
      </dsp:txXfrm>
    </dsp:sp>
    <dsp:sp modelId="{5F730CFB-B1DC-214D-A699-48CA2DB8DCBA}">
      <dsp:nvSpPr>
        <dsp:cNvPr id="0" name=""/>
        <dsp:cNvSpPr/>
      </dsp:nvSpPr>
      <dsp:spPr>
        <a:xfrm>
          <a:off x="8599843" y="2542143"/>
          <a:ext cx="772724" cy="490680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85702" y="2623709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700074" y="2638081"/>
        <a:ext cx="743980" cy="461936"/>
      </dsp:txXfrm>
    </dsp:sp>
    <dsp:sp modelId="{2DCC3036-0B92-6C48-918D-7A4A72D3008D}">
      <dsp:nvSpPr>
        <dsp:cNvPr id="0" name=""/>
        <dsp:cNvSpPr/>
      </dsp:nvSpPr>
      <dsp:spPr>
        <a:xfrm>
          <a:off x="8599843" y="3257558"/>
          <a:ext cx="772724" cy="490680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85702" y="3339123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700074" y="3353495"/>
        <a:ext cx="743980" cy="461936"/>
      </dsp:txXfrm>
    </dsp:sp>
    <dsp:sp modelId="{E25B53CB-CF47-6D48-8760-6D5D8C409868}">
      <dsp:nvSpPr>
        <dsp:cNvPr id="0" name=""/>
        <dsp:cNvSpPr/>
      </dsp:nvSpPr>
      <dsp:spPr>
        <a:xfrm>
          <a:off x="9651910" y="2542143"/>
          <a:ext cx="772724" cy="490680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37768" y="2623709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52140" y="2638081"/>
        <a:ext cx="743980" cy="461936"/>
      </dsp:txXfrm>
    </dsp:sp>
    <dsp:sp modelId="{F661BCB1-6019-854E-AB11-069C96B73448}">
      <dsp:nvSpPr>
        <dsp:cNvPr id="0" name=""/>
        <dsp:cNvSpPr/>
      </dsp:nvSpPr>
      <dsp:spPr>
        <a:xfrm>
          <a:off x="9544285" y="3257558"/>
          <a:ext cx="987974" cy="490680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30143" y="3339123"/>
          <a:ext cx="98797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44515" y="3353495"/>
        <a:ext cx="959230" cy="461936"/>
      </dsp:txXfrm>
    </dsp:sp>
    <dsp:sp modelId="{C6889B4A-A1C3-AE4F-B359-EDC34D071562}">
      <dsp:nvSpPr>
        <dsp:cNvPr id="0" name=""/>
        <dsp:cNvSpPr/>
      </dsp:nvSpPr>
      <dsp:spPr>
        <a:xfrm>
          <a:off x="10708728" y="1826729"/>
          <a:ext cx="772724" cy="4906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94587" y="1908295"/>
          <a:ext cx="772724" cy="490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8959" y="1922667"/>
        <a:ext cx="743980" cy="461936"/>
      </dsp:txXfrm>
    </dsp:sp>
    <dsp:sp modelId="{1A666A08-3657-A346-BA52-88A9FB0BBAAD}">
      <dsp:nvSpPr>
        <dsp:cNvPr id="0" name=""/>
        <dsp:cNvSpPr/>
      </dsp:nvSpPr>
      <dsp:spPr>
        <a:xfrm>
          <a:off x="10596351" y="2542143"/>
          <a:ext cx="997479" cy="64324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82209" y="2623709"/>
          <a:ext cx="997479" cy="6432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701049" y="2642549"/>
        <a:ext cx="959799" cy="605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3096872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C79FB2-7116-489A-B269-C878F00B5983}">
  <ds:schemaRefs>
    <ds:schemaRef ds:uri="3e1c734f-cd3c-409a-b830-21836909dd77"/>
    <ds:schemaRef ds:uri="f800943e-7719-4474-9402-4616db300049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6802</TotalTime>
  <Words>82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IP23 Live Project Deliverables–  ‘Software Development’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Admin</cp:lastModifiedBy>
  <cp:revision>245</cp:revision>
  <dcterms:created xsi:type="dcterms:W3CDTF">2023-07-15T03:43:48Z</dcterms:created>
  <dcterms:modified xsi:type="dcterms:W3CDTF">2026-03-10T09:08:01Z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